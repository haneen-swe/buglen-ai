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BugLens AI: an AI-powered tool that detects and explains bugs in source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Debugging is slow and confusing, especially for beginners. Error messages state what failed, not why or how to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BugLens AI turns confusing errors into clear, actionable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benefits: students, beginners, learners and professional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 from pasted code to an explained fix, with a simple architecture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core capabilities, including Demo Mode so anyone can try the app without an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React, TypeScript and Tailwind on the front end; Node.js API routes on the back end; Monaco Editor; Vercel;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component has one job: the interface collects code, the backend guards the key and validates, the AI analyzes, results are validated before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designed in: keys stay on the server, code is never executed, and every request and response is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captured from the running application in Demo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 for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conclusion, then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34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BugLens AI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Bug Detection and Explanation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bugs. Understand code. Build better.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10058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0368" y="1188720"/>
            <a:ext cx="109728" cy="109728"/>
          </a:xfrm>
          <a:prstGeom prst="ellipse">
            <a:avLst/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13248" y="1188720"/>
            <a:ext cx="109728" cy="109728"/>
          </a:xfrm>
          <a:prstGeom prst="ellipse">
            <a:avLst/>
          </a:prstGeom>
          <a:solidFill>
            <a:srgbClr val="714C67"/>
          </a:solidFill>
          <a:ln w="3175">
            <a:solidFill>
              <a:srgbClr val="714C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96128" y="1188720"/>
            <a:ext cx="109728" cy="109728"/>
          </a:xfrm>
          <a:prstGeom prst="ellipse">
            <a:avLst/>
          </a:prstGeom>
          <a:solidFill>
            <a:srgbClr val="C184AA"/>
          </a:solidFill>
          <a:ln w="3175">
            <a:solidFill>
              <a:srgbClr val="C184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133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average.py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38928" y="1572768"/>
            <a:ext cx="3346704" cy="292608"/>
          </a:xfrm>
          <a:prstGeom prst="rect">
            <a:avLst/>
          </a:prstGeom>
          <a:solidFill>
            <a:srgbClr val="6C1F4D"/>
          </a:solidFill>
          <a:ln w="3175">
            <a:solidFill>
              <a:srgbClr val="6C1F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calculate_average(numbers)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sum(numbers)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2157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len(numbers)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colon in function declaration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26680" y="271576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6C1F4D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26680" y="2715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requires a colon after a function declaration.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57800" y="3401568"/>
            <a:ext cx="3200400" cy="384048"/>
          </a:xfrm>
          <a:prstGeom prst="roundRect">
            <a:avLst>
              <a:gd name="adj" fmla="val 28571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94960" y="3401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calculate_average(numbers)</a:t>
            </a:r>
            <a:pPr indent="0" marL="0">
              <a:buNone/>
            </a:pPr>
            <a:r>
              <a:rPr lang="en-US" sz="1000" b="1" dirty="0">
                <a:solidFill>
                  <a:srgbClr val="C18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and students often spend significant time identifying and understanding coding errors.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0632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error messages can be difficult for beginners to understand.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20640" y="13258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21808" y="1508760"/>
            <a:ext cx="109728" cy="109728"/>
          </a:xfrm>
          <a:prstGeom prst="ellipse">
            <a:avLst/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04688" y="1508760"/>
            <a:ext cx="109728" cy="109728"/>
          </a:xfrm>
          <a:prstGeom prst="ellipse">
            <a:avLst/>
          </a:prstGeom>
          <a:solidFill>
            <a:srgbClr val="714C67"/>
          </a:solidFill>
          <a:ln w="3175">
            <a:solidFill>
              <a:srgbClr val="714C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87568" y="1508760"/>
            <a:ext cx="109728" cy="109728"/>
          </a:xfrm>
          <a:prstGeom prst="ellipse">
            <a:avLst/>
          </a:prstGeom>
          <a:solidFill>
            <a:srgbClr val="C184AA"/>
          </a:solidFill>
          <a:ln w="3175">
            <a:solidFill>
              <a:srgbClr val="C184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"app.py", line 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calculate_average(numbers)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18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invalid syntax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failed, but not why or how to fix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BugLens AI turns confusing errors into clear, actionable explanations.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code. Get answers.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0" y="1280160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09160" y="1399032"/>
            <a:ext cx="329184" cy="329184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091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12801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0" y="1956816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75688"/>
            <a:ext cx="329184" cy="329184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19568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explanation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0" y="2633472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2752344"/>
            <a:ext cx="329184" cy="329184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cause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0" y="3310128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3429000"/>
            <a:ext cx="329184" cy="329184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3101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0" y="3986784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09160" y="4105656"/>
            <a:ext cx="329184" cy="329184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916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39867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improvement suggestions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755648"/>
            <a:ext cx="640080" cy="64008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students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176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every explanation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55648"/>
            <a:ext cx="640080" cy="64008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developers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176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errors in plain language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3401568"/>
            <a:ext cx="640080" cy="64008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learners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38221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and self-check code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3401568"/>
            <a:ext cx="640080" cy="64008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3776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38221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fast second opinion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481328" cy="1691640"/>
          </a:xfrm>
          <a:prstGeom prst="roundRect">
            <a:avLst>
              <a:gd name="adj" fmla="val 7407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94944" y="1371600"/>
            <a:ext cx="457200" cy="45720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196596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code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89988" y="1234440"/>
            <a:ext cx="1481328" cy="1691640"/>
          </a:xfrm>
          <a:prstGeom prst="roundRect">
            <a:avLst>
              <a:gd name="adj" fmla="val 7407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6292" y="1371600"/>
            <a:ext cx="457200" cy="45720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3629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336292" y="196596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the request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31336" y="1234440"/>
            <a:ext cx="1481328" cy="1691640"/>
          </a:xfrm>
          <a:prstGeom prst="roundRect">
            <a:avLst>
              <a:gd name="adj" fmla="val 7407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77640" y="1371600"/>
            <a:ext cx="457200" cy="45720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77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196596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the code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72684" y="1234440"/>
            <a:ext cx="1481328" cy="1691640"/>
          </a:xfrm>
          <a:prstGeom prst="roundRect">
            <a:avLst>
              <a:gd name="adj" fmla="val 7407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18988" y="1371600"/>
            <a:ext cx="457200" cy="45720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189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618988" y="196596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results are returned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14032" y="1234440"/>
            <a:ext cx="1481328" cy="1691640"/>
          </a:xfrm>
          <a:prstGeom prst="roundRect">
            <a:avLst>
              <a:gd name="adj" fmla="val 7407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60336" y="1371600"/>
            <a:ext cx="457200" cy="457200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603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260336" y="196596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the explanation and suggested fix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361188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F3032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874520" y="3909060"/>
            <a:ext cx="320040" cy="0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240280" y="361188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F3032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4028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566160" y="3909060"/>
            <a:ext cx="320040" cy="0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931920" y="361188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F3032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93192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257800" y="3909060"/>
            <a:ext cx="320040" cy="0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623560" y="361188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F3032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2356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949440" y="3909060"/>
            <a:ext cx="320040" cy="0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15200" y="361188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1F3032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Detection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40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logic and runtime issues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0632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7063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770632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2770632" y="2340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28032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Fixes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828032" y="2340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code, ready to copy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20840" y="1280160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85432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8543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340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TS, Java, C++, C#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3232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Suggestions</a:t>
            </a:r>
            <a:endParaRPr lang="en-US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713232" y="3986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and maintainability tips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56432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5643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45643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3456432" y="3986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an API key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20913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99632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9963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199632" y="3529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Analyses</a:t>
            </a:r>
            <a:endParaRPr lang="en-US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6199632" y="3986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saved in your browser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2044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737360" y="1737360"/>
            <a:ext cx="0" cy="128016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32918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code and reads the results.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65376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865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737360" y="2322576"/>
            <a:ext cx="0" cy="128016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291840" y="18653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Monaco Editor: input, loading and error states.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737360" y="2907792"/>
            <a:ext cx="0" cy="128016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291840" y="24505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applies limits, keeps the API key secret.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035808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035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737360" y="3493008"/>
            <a:ext cx="0" cy="128016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291840" y="30358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code as text. It never executes it.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737360" y="4078224"/>
            <a:ext cx="0" cy="128016"/>
          </a:xfrm>
          <a:prstGeom prst="line">
            <a:avLst/>
          </a:prstGeom>
          <a:noFill/>
          <a:ln w="19050">
            <a:solidFill>
              <a:srgbClr val="C184AA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291840" y="36210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checked and normalised before display.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20624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Interface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4206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location, cause, fix and improvement tips.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83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stored in environment variables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 the server only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883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never exposed to users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sent to the browser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42646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883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code is not executed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as plain text only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529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995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language and size checks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74720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747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529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limits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3995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cap and per-IP rate limit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17920" y="3072384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0" y="3529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 API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3995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calls go through /api/analyze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12064" y="1152144"/>
            <a:ext cx="3913632" cy="1490472"/>
          </a:xfrm>
          <a:prstGeom prst="roundRect">
            <a:avLst>
              <a:gd name="adj" fmla="val 4908"/>
            </a:avLst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pic>
        <p:nvPicPr>
          <p:cNvPr id="5" name="Image 0" descr="Home page screenshot of BugLens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40480" cy="1417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718304" y="1152144"/>
            <a:ext cx="3913632" cy="1490472"/>
          </a:xfrm>
          <a:prstGeom prst="roundRect">
            <a:avLst>
              <a:gd name="adj" fmla="val 4908"/>
            </a:avLst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pic>
        <p:nvPicPr>
          <p:cNvPr id="8" name="Image 1" descr="Code editor screenshot of BugLens A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840480" cy="1417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12064" y="3026664"/>
            <a:ext cx="3913632" cy="1490472"/>
          </a:xfrm>
          <a:prstGeom prst="roundRect">
            <a:avLst>
              <a:gd name="adj" fmla="val 4908"/>
            </a:avLst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pic>
        <p:nvPicPr>
          <p:cNvPr id="11" name="Image 2" descr="Analysis result screenshot of BugLens A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840480" cy="1417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4864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718304" y="3026664"/>
            <a:ext cx="3913632" cy="1490472"/>
          </a:xfrm>
          <a:prstGeom prst="roundRect">
            <a:avLst>
              <a:gd name="adj" fmla="val 4908"/>
            </a:avLst>
          </a:prstGeom>
          <a:solidFill>
            <a:srgbClr val="65777B"/>
          </a:solidFill>
          <a:ln w="3175">
            <a:solidFill>
              <a:srgbClr val="65777B"/>
            </a:solidFill>
            <a:prstDash val="solid"/>
          </a:ln>
        </p:spPr>
      </p:sp>
      <p:pic>
        <p:nvPicPr>
          <p:cNvPr id="14" name="Image 3" descr="Suggested fix screenshot of BugLens A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63240"/>
            <a:ext cx="3840480" cy="1417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75488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8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49047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programming languages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9047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integration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49047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9476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analysis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299923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456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static analysis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29184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0" y="299923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456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035040" y="28346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F3032"/>
          </a:solidFill>
          <a:ln w="9525">
            <a:solidFill>
              <a:srgbClr val="65777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2999232"/>
            <a:ext cx="347472" cy="347472"/>
          </a:xfrm>
          <a:prstGeom prst="ellipse">
            <a:avLst/>
          </a:prstGeom>
          <a:solidFill>
            <a:srgbClr val="6C1F4D"/>
          </a:solidFill>
          <a:ln w="12700">
            <a:solidFill>
              <a:srgbClr val="C184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456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C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C18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BugLens AI combines artificial intelligence and software engineering to make debugging more understandable, accessible, and efficient.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320040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220913"/>
          </a:solidFill>
          <a:ln w="9525">
            <a:solidFill>
              <a:srgbClr val="C184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dirty="0">
                <a:solidFill>
                  <a:srgbClr val="C18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BugLens AI</dc:title>
  <dc:subject>PptxGenJS Presentation</dc:subject>
  <dc:creator>BugLens AI</dc:creator>
  <cp:lastModifiedBy>BugLens AI</cp:lastModifiedBy>
  <cp:revision>1</cp:revision>
  <dcterms:created xsi:type="dcterms:W3CDTF">2026-09-29T19:22:08Z</dcterms:created>
  <dcterms:modified xsi:type="dcterms:W3CDTF">2026-09-29T19:22:08Z</dcterms:modified>
</cp:coreProperties>
</file>